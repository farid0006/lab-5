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207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D3FE7-3414-075F-5E1D-CF35F3284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249A10-6643-AAB5-E034-043D7BB16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6C1C39-F983-9591-B229-598B7981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140B3E-E7C4-24D8-4488-6A814F90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87DBDE-8DB8-DB80-A015-227A32EC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79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A5C67-ADBC-F3F7-2AA4-5BFACFC2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E43973-768A-C4DC-641F-8046B13F7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E1D59C-F362-E462-9C44-97CD6530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76BDB5-1068-3404-C3DB-BB80A9BF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9EDA0D-4477-7CC2-37DE-D3B8A46EF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46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AB801-89D8-D19F-608B-9A4A2928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B8D327-3C81-C6E9-8CED-A91E7888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3FF051-C83C-9F70-107A-5B9B7F63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56A6F7-F36F-592D-B081-66208F08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E1BE93-3755-CF7C-52D7-3D7A7B89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22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FD5BF-C11F-5A5F-33C9-AD66FC4A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4B2594-9970-D685-7C5F-197EB8C35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A70A6D-23A7-5FF2-A888-08488FEA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2B3C56-3A8B-58EB-32BF-4DAEEC12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6E0AEE-C895-50AC-22A1-4E3874DB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4066E8-462F-3909-C470-F0576100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276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016D7-9880-B8EA-E1FD-B0E99179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4F8EDA-5BDF-733F-354A-67EA1F8E1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327489-F407-A2BC-36D6-2E91B3D7B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3EF225-A5DE-C303-651E-28D8D96B9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1FE1B3-61C2-25B6-58E0-633330246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12C9C7-F1F9-FB2D-2743-2478EF38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9D676B4-0857-DD0F-AFFB-B7F4FCE1D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BEE138-3DC7-5950-399D-E0234854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51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3C602-C731-F3C1-836D-D4337026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F656DB-3FD0-0EC8-C8B1-D036E738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7C90F0-8823-726A-2B08-0D93A1CD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57C1D6-9FC6-0A6C-BC35-0B79213E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81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0FC8D83-7A6E-385E-798F-73056113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3215064-AB02-6878-D99C-5E285833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9BB75B-6BF8-13C5-A611-7C43ABE2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95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315A3-E729-3645-57B2-275B2509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D4912F-9B51-C01C-4AA2-EA01D6F9F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AD6527-3AD7-D45B-409E-EEF2BA827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6BDFEE-2E76-C9B8-1ADE-99939F02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9E3794-43EB-4082-209D-84CB567B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284162-5124-22EC-BF89-5653061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15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2A351-10E6-8BEA-5729-8CF940CB9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4F90E55-2F80-4063-AAF7-96921CCC2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1739D4-55F6-4011-CC39-402E847D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986CFA-7D3B-3CBA-7763-96882D6E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A6E57F-E004-87FA-26B7-649B4A17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D9D253-2214-02D8-9540-9A41B407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39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159A1-038F-AD7D-F5CE-D7EFA6F7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2FC6D2-0D79-F401-B367-FBADC6175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82FDC9-30CC-7ED3-D982-B9606155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E6C6B0-3C5E-4A24-4CBA-CDF731A5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215F49-A6C2-1358-C837-9E65407B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31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AAFA17-AA7E-FEA3-4331-41EF1906D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D496B2-D607-A2B7-16C9-90E8AF753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BE6762-98D4-9AC1-67EC-9C2E3B0C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4141A9-4378-B7A0-1625-947EEE4F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D4930B-51BE-E482-FA1F-28D0E104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55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104AF-B167-848B-8A64-89E3238F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E2E61A-F937-36D4-5101-48891459E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82F2-F2B9-084A-A579-FDF631E73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B4BCB-B598-48DF-B656-D613575002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5BEC5A-A10C-D40A-4B46-962119543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312F8F-D8DA-C276-F14C-623B07CD6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9DA67-5EB1-447F-BB27-FE8D46FEDF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0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E648F-9A0C-7AA3-679E-1BD3B3449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3426"/>
            <a:ext cx="9144000" cy="1298713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Презентация по лабораторной работе №5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8DCBA2-0C8B-53F7-9A86-AB0FC3DD3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2140"/>
            <a:ext cx="9144000" cy="834886"/>
          </a:xfrm>
        </p:spPr>
        <p:txBody>
          <a:bodyPr/>
          <a:lstStyle/>
          <a:p>
            <a:r>
              <a:rPr lang="ru-RU" dirty="0"/>
              <a:t>Дисциплина: Архитектура компьютеров и операционные системы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B722D-68FF-58AA-45EF-C57B407DCDC6}"/>
              </a:ext>
            </a:extLst>
          </p:cNvPr>
          <p:cNvSpPr txBox="1"/>
          <p:nvPr/>
        </p:nvSpPr>
        <p:spPr>
          <a:xfrm>
            <a:off x="2955235" y="32816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Набиев </a:t>
            </a:r>
            <a:r>
              <a:rPr lang="ru-RU" dirty="0" err="1"/>
              <a:t>Фаридун</a:t>
            </a:r>
            <a:r>
              <a:rPr lang="ru-RU" dirty="0"/>
              <a:t> </a:t>
            </a:r>
            <a:r>
              <a:rPr lang="ru-RU" dirty="0" err="1"/>
              <a:t>Наврузович</a:t>
            </a:r>
            <a:endParaRPr lang="ru-RU" dirty="0"/>
          </a:p>
          <a:p>
            <a:pPr algn="ctr"/>
            <a:r>
              <a:rPr lang="ru-RU" dirty="0"/>
              <a:t>13.03.2026г</a:t>
            </a:r>
          </a:p>
        </p:txBody>
      </p:sp>
    </p:spTree>
    <p:extLst>
      <p:ext uri="{BB962C8B-B14F-4D97-AF65-F5344CB8AC3E}">
        <p14:creationId xmlns:p14="http://schemas.microsoft.com/office/powerpoint/2010/main" val="2999677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13713-18BA-626F-9966-14E30E41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03682-4B60-20B3-E471-DFE54BC44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 action="ppaction://hlinksldjump"/>
              </a:rPr>
              <a:t>Информация</a:t>
            </a:r>
            <a:r>
              <a:rPr lang="ru-RU" dirty="0"/>
              <a:t> </a:t>
            </a:r>
          </a:p>
          <a:p>
            <a:r>
              <a:rPr lang="ru-RU" dirty="0">
                <a:hlinkClick r:id="rId3" action="ppaction://hlinksldjump"/>
              </a:rPr>
              <a:t>Выполнение лабораторной работы</a:t>
            </a:r>
            <a:endParaRPr lang="ru-RU" dirty="0"/>
          </a:p>
          <a:p>
            <a:r>
              <a:rPr lang="ru-RU" dirty="0">
                <a:hlinkClick r:id="rId4" action="ppaction://hlinksldjump"/>
              </a:rPr>
              <a:t>Выводы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434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02462-E1F3-014F-E3C2-DA1D6C95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A11B58-D2E1-25BC-9F6C-8002190C0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Презентация по лабораторной работе №5</a:t>
            </a:r>
          </a:p>
          <a:p>
            <a:pPr marL="0" indent="0">
              <a:buNone/>
            </a:pPr>
            <a:r>
              <a:rPr lang="ru-RU" dirty="0"/>
              <a:t>Автор: Набиев </a:t>
            </a:r>
            <a:r>
              <a:rPr lang="ru-RU" dirty="0" err="1"/>
              <a:t>Фаридун</a:t>
            </a:r>
            <a:r>
              <a:rPr lang="ru-RU" dirty="0"/>
              <a:t> </a:t>
            </a:r>
            <a:r>
              <a:rPr lang="ru-RU" dirty="0" err="1"/>
              <a:t>Наврузович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Преподаватель: </a:t>
            </a:r>
            <a:r>
              <a:rPr lang="ru-RU" dirty="0" err="1"/>
              <a:t>Кулябов</a:t>
            </a:r>
            <a:r>
              <a:rPr lang="ru-RU" dirty="0"/>
              <a:t> Дмитрий Сергеевич, д.ф.-м.н., профессор кафедры теории вероятностей и кибербезопасности </a:t>
            </a:r>
          </a:p>
          <a:p>
            <a:pPr marL="0" indent="0">
              <a:buNone/>
            </a:pPr>
            <a:r>
              <a:rPr lang="ru-RU" dirty="0"/>
              <a:t>Российский университет дружбы народов</a:t>
            </a:r>
          </a:p>
        </p:txBody>
      </p:sp>
    </p:spTree>
    <p:extLst>
      <p:ext uri="{BB962C8B-B14F-4D97-AF65-F5344CB8AC3E}">
        <p14:creationId xmlns:p14="http://schemas.microsoft.com/office/powerpoint/2010/main" val="197900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C32E6-6BAE-F839-3B83-CB1F6249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066"/>
          </a:xfrm>
        </p:spPr>
        <p:txBody>
          <a:bodyPr/>
          <a:lstStyle/>
          <a:p>
            <a:r>
              <a:rPr lang="ru-RU" dirty="0"/>
              <a:t>Ход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EE7CFD-F51F-D3D0-EB05-B97A05CC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041834" cy="117399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/>
              <a:t>Подготовка системы</a:t>
            </a:r>
          </a:p>
          <a:p>
            <a:r>
              <a:rPr lang="ru-RU" sz="1800" dirty="0"/>
              <a:t>Перед началом обновил систему</a:t>
            </a:r>
          </a:p>
          <a:p>
            <a:r>
              <a:rPr lang="ru-RU" sz="1800" dirty="0"/>
              <a:t>Установил базовые зависимости</a:t>
            </a:r>
          </a:p>
        </p:txBody>
      </p:sp>
      <p:pic>
        <p:nvPicPr>
          <p:cNvPr id="5" name="Рисунок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8A1A91-8124-BAA3-5E45-7148CE3F4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483606"/>
            <a:ext cx="5255905" cy="167095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10B3483-66D8-4C0C-0731-CC27CD5C0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517812"/>
            <a:ext cx="7278782" cy="117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7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24B55-23C6-0CF9-9B6B-F9BD7EC9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562"/>
          </a:xfrm>
        </p:spPr>
        <p:txBody>
          <a:bodyPr>
            <a:normAutofit/>
          </a:bodyPr>
          <a:lstStyle/>
          <a:p>
            <a:r>
              <a:rPr lang="ru-RU" sz="2000" dirty="0"/>
              <a:t>2. Установка и настройка менеджера паролей </a:t>
            </a:r>
            <a:r>
              <a:rPr lang="ru-RU" sz="2000" dirty="0" err="1"/>
              <a:t>pass</a:t>
            </a: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E5F2C-530A-30E1-4087-710A51BC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688"/>
            <a:ext cx="2633870" cy="609599"/>
          </a:xfrm>
        </p:spPr>
        <p:txBody>
          <a:bodyPr/>
          <a:lstStyle/>
          <a:p>
            <a:r>
              <a:rPr lang="ru-RU" dirty="0"/>
              <a:t>Установка</a:t>
            </a:r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133AAD-E5ED-9BC0-F082-024D6D3D0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651"/>
            <a:ext cx="8964276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79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24B55-23C6-0CF9-9B6B-F9BD7EC9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0005"/>
          </a:xfrm>
        </p:spPr>
        <p:txBody>
          <a:bodyPr>
            <a:normAutofit/>
          </a:bodyPr>
          <a:lstStyle/>
          <a:p>
            <a:r>
              <a:rPr lang="ru-RU" sz="2000" dirty="0"/>
              <a:t>Работа с </a:t>
            </a:r>
            <a:r>
              <a:rPr lang="en-US" sz="2000" dirty="0"/>
              <a:t>GPG-</a:t>
            </a:r>
            <a:r>
              <a:rPr lang="ru-RU" sz="2000" dirty="0"/>
              <a:t>ключами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E5F2C-530A-30E1-4087-710A51BC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130"/>
            <a:ext cx="3336235" cy="5381833"/>
          </a:xfrm>
        </p:spPr>
        <p:txBody>
          <a:bodyPr>
            <a:normAutofit/>
          </a:bodyPr>
          <a:lstStyle/>
          <a:p>
            <a:r>
              <a:rPr lang="ru-RU" sz="1800" dirty="0"/>
              <a:t>Проверил наличие секретных ключей:</a:t>
            </a:r>
          </a:p>
          <a:p>
            <a:r>
              <a:rPr lang="ru-RU" sz="1800" dirty="0"/>
              <a:t>Инициализация хранилища </a:t>
            </a:r>
            <a:r>
              <a:rPr lang="en-US" sz="1800" dirty="0"/>
              <a:t>pass</a:t>
            </a:r>
            <a:endParaRPr lang="ru-RU" sz="1800" dirty="0"/>
          </a:p>
          <a:p>
            <a:r>
              <a:rPr lang="ru-RU" sz="1800" dirty="0"/>
              <a:t>Инициализировал </a:t>
            </a:r>
            <a:r>
              <a:rPr lang="en-US" sz="1800" dirty="0"/>
              <a:t>git </a:t>
            </a:r>
            <a:r>
              <a:rPr lang="ru-RU" sz="1800" dirty="0"/>
              <a:t>внутри хранилища:</a:t>
            </a:r>
          </a:p>
          <a:p>
            <a:r>
              <a:rPr lang="ru-RU" sz="1800" dirty="0"/>
              <a:t>Добавил удалённый репозиторий:</a:t>
            </a:r>
          </a:p>
          <a:p>
            <a:r>
              <a:rPr lang="ru-RU" sz="1800" dirty="0"/>
              <a:t>Выполнил первый </a:t>
            </a:r>
            <a:r>
              <a:rPr lang="ru-RU" sz="1800" dirty="0" err="1"/>
              <a:t>push</a:t>
            </a:r>
            <a:r>
              <a:rPr lang="ru-RU" sz="1800" dirty="0"/>
              <a:t>: </a:t>
            </a:r>
          </a:p>
          <a:p>
            <a:r>
              <a:rPr lang="ru-RU" sz="1800" dirty="0"/>
              <a:t>Установил </a:t>
            </a:r>
            <a:r>
              <a:rPr lang="ru-RU" sz="1800" dirty="0" err="1"/>
              <a:t>native</a:t>
            </a:r>
            <a:r>
              <a:rPr lang="ru-RU" sz="1800" dirty="0"/>
              <a:t>-хост (в </a:t>
            </a:r>
            <a:r>
              <a:rPr lang="ru-RU" sz="1800" dirty="0" err="1"/>
              <a:t>Fedora</a:t>
            </a:r>
            <a:r>
              <a:rPr lang="ru-RU" sz="1800" dirty="0"/>
              <a:t> 44 пакет уже в официальных репозиториях):</a:t>
            </a:r>
          </a:p>
          <a:p>
            <a:r>
              <a:rPr lang="ru-RU" sz="1800" dirty="0"/>
              <a:t>Установил расширение: </a:t>
            </a:r>
            <a:r>
              <a:rPr lang="en-US" sz="1800" dirty="0"/>
              <a:t>Firefox: </a:t>
            </a:r>
            <a:r>
              <a:rPr lang="en-US" sz="1800" dirty="0" err="1"/>
              <a:t>Browserpass</a:t>
            </a:r>
            <a:r>
              <a:rPr lang="en-US" sz="1800" dirty="0"/>
              <a:t>-CE </a:t>
            </a:r>
            <a:r>
              <a:rPr lang="ru-RU" sz="1800" dirty="0"/>
              <a:t>из </a:t>
            </a:r>
            <a:r>
              <a:rPr lang="en-US" sz="1800" dirty="0"/>
              <a:t>addons.mozilla.org Chromium: </a:t>
            </a:r>
            <a:r>
              <a:rPr lang="en-US" sz="1800" dirty="0" err="1"/>
              <a:t>Browserpass</a:t>
            </a:r>
            <a:r>
              <a:rPr lang="en-US" sz="1800" dirty="0"/>
              <a:t> </a:t>
            </a:r>
            <a:r>
              <a:rPr lang="ru-RU" sz="1800" dirty="0"/>
              <a:t>из </a:t>
            </a:r>
            <a:r>
              <a:rPr lang="en-US" sz="1800" dirty="0"/>
              <a:t>Chrome Web Store</a:t>
            </a:r>
            <a:endParaRPr lang="ru-RU" sz="1800" dirty="0"/>
          </a:p>
        </p:txBody>
      </p:sp>
      <p:pic>
        <p:nvPicPr>
          <p:cNvPr id="5" name="Рисунок 4" descr="Изображение выглядит как текст, Шриф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840BBE-94E2-331F-EC14-9F5BBAAB4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35" y="190208"/>
            <a:ext cx="4096322" cy="1209844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748766-20D0-B681-E07F-03DA2077E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516" y="1602505"/>
            <a:ext cx="3086531" cy="4953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5F47158-B90F-9C1F-CF7B-D47D140B1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35" y="1574969"/>
            <a:ext cx="4382112" cy="12288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58D953-DB4E-959C-B45A-E1E14C7DD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35" y="2978782"/>
            <a:ext cx="5096586" cy="333422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799853A-B084-BF56-33F7-35F80BD9B6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622" y="190208"/>
            <a:ext cx="3734321" cy="1114581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26643EF-3099-8026-9D60-5D7AA373E9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726" y="3486045"/>
            <a:ext cx="7741232" cy="300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56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6AE3C-D7F8-A15B-066A-AE13ACD4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797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Установка и настройка </a:t>
            </a:r>
            <a:r>
              <a:rPr lang="en-US" dirty="0" err="1"/>
              <a:t>chezmoi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B3452C-824B-EA05-EE39-37BAE35DD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687"/>
            <a:ext cx="2315817" cy="5037276"/>
          </a:xfrm>
        </p:spPr>
        <p:txBody>
          <a:bodyPr>
            <a:normAutofit/>
          </a:bodyPr>
          <a:lstStyle/>
          <a:p>
            <a:r>
              <a:rPr lang="ru-RU" sz="1800" dirty="0"/>
              <a:t>Установил последнюю версию (на март 2026 — 2.70.0):</a:t>
            </a:r>
          </a:p>
          <a:p>
            <a:r>
              <a:rPr lang="ru-RU" sz="1800" dirty="0"/>
              <a:t>Инициализировал </a:t>
            </a:r>
            <a:r>
              <a:rPr lang="en-US" sz="1800" dirty="0" err="1"/>
              <a:t>chezmoi</a:t>
            </a:r>
            <a:r>
              <a:rPr lang="en-US" sz="1800" dirty="0"/>
              <a:t>:</a:t>
            </a:r>
            <a:endParaRPr lang="ru-RU" sz="1800" dirty="0"/>
          </a:p>
          <a:p>
            <a:r>
              <a:rPr lang="ru-RU" sz="1800" dirty="0"/>
              <a:t>Добавил несколько файлов:</a:t>
            </a:r>
          </a:p>
          <a:p>
            <a:r>
              <a:rPr lang="ru-RU" sz="1800" dirty="0"/>
              <a:t>Посмотрел изменения: Применить:</a:t>
            </a:r>
          </a:p>
          <a:p>
            <a:r>
              <a:rPr lang="ru-RU" sz="1800" dirty="0"/>
              <a:t>Установил шрифты </a:t>
            </a:r>
            <a:r>
              <a:rPr lang="en-US" sz="1800" dirty="0" err="1"/>
              <a:t>Iosevka</a:t>
            </a:r>
            <a:r>
              <a:rPr lang="en-US" sz="1800" dirty="0"/>
              <a:t>:</a:t>
            </a:r>
            <a:endParaRPr lang="ru-RU" sz="1800" dirty="0"/>
          </a:p>
        </p:txBody>
      </p:sp>
      <p:pic>
        <p:nvPicPr>
          <p:cNvPr id="5" name="Рисунок 4" descr="Изображение выглядит как текст, Шриф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5C77C42-8414-C92E-7C63-6DA986248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446" y="1202635"/>
            <a:ext cx="3162741" cy="58110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6A7E891-6927-0969-735E-45C242A95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446" y="1949393"/>
            <a:ext cx="3943900" cy="533474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CAEB4B3-36B5-3A4A-006C-6A74FD64F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446" y="2648519"/>
            <a:ext cx="5029902" cy="10002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BF35AFF-E597-5D40-B506-745E4DA2C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552" y="1174262"/>
            <a:ext cx="2067213" cy="32389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14D4E9-F04F-3DA5-C814-F8CD16E6BB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446" y="3848826"/>
            <a:ext cx="499179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4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A9214-11C1-4F21-990B-70C03B78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/>
          </a:bodyPr>
          <a:lstStyle/>
          <a:p>
            <a:r>
              <a:rPr lang="ru-RU" sz="2000" dirty="0"/>
              <a:t>Установил необходимые пакеты:</a:t>
            </a:r>
          </a:p>
        </p:txBody>
      </p:sp>
      <p:pic>
        <p:nvPicPr>
          <p:cNvPr id="5" name="Объект 4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80EE07A-79EB-3E9A-E942-065E4171B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58957"/>
            <a:ext cx="10515600" cy="5233918"/>
          </a:xfrm>
        </p:spPr>
      </p:pic>
    </p:spTree>
    <p:extLst>
      <p:ext uri="{BB962C8B-B14F-4D97-AF65-F5344CB8AC3E}">
        <p14:creationId xmlns:p14="http://schemas.microsoft.com/office/powerpoint/2010/main" val="345309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1D56E-68A9-1DC3-B14E-3944E53F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771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C6B678-1CC1-B9A7-41A3-02E0F8773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7896"/>
            <a:ext cx="10515600" cy="5289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ходе лабораторной работы успешно:</a:t>
            </a:r>
          </a:p>
          <a:p>
            <a:r>
              <a:rPr lang="ru-RU" sz="1800" dirty="0"/>
              <a:t>настроен менеджер паролей </a:t>
            </a:r>
            <a:r>
              <a:rPr lang="ru-RU" sz="1800" dirty="0" err="1"/>
              <a:t>pass</a:t>
            </a:r>
            <a:r>
              <a:rPr lang="ru-RU" sz="1800" dirty="0"/>
              <a:t> с шифрованием GPG и синхронизацией через приватный </a:t>
            </a:r>
            <a:r>
              <a:rPr lang="ru-RU" sz="1800" dirty="0" err="1"/>
              <a:t>git</a:t>
            </a:r>
            <a:r>
              <a:rPr lang="ru-RU" sz="1800" dirty="0"/>
              <a:t>-репозиторий </a:t>
            </a:r>
          </a:p>
          <a:p>
            <a:r>
              <a:rPr lang="ru-RU" sz="1800" dirty="0"/>
              <a:t>реализована интеграция с браузером через </a:t>
            </a:r>
            <a:r>
              <a:rPr lang="ru-RU" sz="1800" dirty="0" err="1"/>
              <a:t>browserpass</a:t>
            </a:r>
            <a:endParaRPr lang="ru-RU" sz="1800" dirty="0"/>
          </a:p>
          <a:p>
            <a:r>
              <a:rPr lang="ru-RU" sz="1800" dirty="0"/>
              <a:t>установлен и протестирован </a:t>
            </a:r>
            <a:r>
              <a:rPr lang="ru-RU" sz="1800" dirty="0" err="1"/>
              <a:t>chezmoi</a:t>
            </a:r>
            <a:r>
              <a:rPr lang="ru-RU" sz="1800" dirty="0"/>
              <a:t> для управления конфигурацией домашнего каталога </a:t>
            </a:r>
          </a:p>
          <a:p>
            <a:r>
              <a:rPr lang="ru-RU" sz="1800" dirty="0"/>
              <a:t>подготовлена базовая инфраструктура для быстрого развёртывания одинаковой рабочей среды на нескольких машинах (одна команда </a:t>
            </a:r>
            <a:r>
              <a:rPr lang="ru-RU" sz="1800" dirty="0" err="1"/>
              <a:t>chezmoi</a:t>
            </a:r>
            <a:r>
              <a:rPr lang="ru-RU" sz="1800" dirty="0"/>
              <a:t> </a:t>
            </a:r>
            <a:r>
              <a:rPr lang="ru-RU" sz="1800" dirty="0" err="1"/>
              <a:t>init</a:t>
            </a:r>
            <a:r>
              <a:rPr lang="ru-RU" sz="1800" dirty="0"/>
              <a:t> --</a:t>
            </a:r>
            <a:r>
              <a:rPr lang="ru-RU" sz="1800" dirty="0" err="1"/>
              <a:t>apply</a:t>
            </a:r>
            <a:r>
              <a:rPr lang="ru-RU" sz="1800" dirty="0"/>
              <a:t>)</a:t>
            </a:r>
          </a:p>
          <a:p>
            <a:pPr marL="0" indent="0">
              <a:buNone/>
            </a:pPr>
            <a:r>
              <a:rPr lang="ru-RU" sz="2000" dirty="0"/>
              <a:t>Полученные навыки позволяют безопасно хранить пароли и централизованно управлять конфигурацией в Unix-подобной среде.</a:t>
            </a:r>
          </a:p>
          <a:p>
            <a:pPr marL="0" indent="0">
              <a:buNone/>
            </a:pPr>
            <a:r>
              <a:rPr lang="ru-RU" sz="2000" dirty="0"/>
              <a:t>Примечание: в 2026 году для повседневного использования часто предпочитают </a:t>
            </a:r>
            <a:r>
              <a:rPr lang="ru-RU" sz="2000" dirty="0" err="1"/>
              <a:t>gopass</a:t>
            </a:r>
            <a:r>
              <a:rPr lang="ru-RU" sz="2000" dirty="0"/>
              <a:t> (более быстрая реализация на Go с дополнительными функциями) или облачные менеджеры (</a:t>
            </a:r>
            <a:r>
              <a:rPr lang="ru-RU" sz="2000" dirty="0" err="1"/>
              <a:t>Bitwarden</a:t>
            </a:r>
            <a:r>
              <a:rPr lang="ru-RU" sz="2000" dirty="0"/>
              <a:t> / </a:t>
            </a:r>
            <a:r>
              <a:rPr lang="ru-RU" sz="2000" dirty="0" err="1"/>
              <a:t>Proton</a:t>
            </a:r>
            <a:r>
              <a:rPr lang="ru-RU" sz="2000" dirty="0"/>
              <a:t> </a:t>
            </a:r>
            <a:r>
              <a:rPr lang="ru-RU" sz="2000" dirty="0" err="1"/>
              <a:t>Pass</a:t>
            </a:r>
            <a:r>
              <a:rPr lang="ru-RU" sz="2000" dirty="0"/>
              <a:t>), но классический </a:t>
            </a:r>
            <a:r>
              <a:rPr lang="ru-RU" sz="2000" dirty="0" err="1"/>
              <a:t>pass</a:t>
            </a:r>
            <a:r>
              <a:rPr lang="ru-RU" sz="2000" dirty="0"/>
              <a:t> остаётся эталоном простоты и прозрачности.</a:t>
            </a:r>
          </a:p>
        </p:txBody>
      </p:sp>
    </p:spTree>
    <p:extLst>
      <p:ext uri="{BB962C8B-B14F-4D97-AF65-F5344CB8AC3E}">
        <p14:creationId xmlns:p14="http://schemas.microsoft.com/office/powerpoint/2010/main" val="103803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276</Words>
  <Application>Microsoft Office PowerPoint</Application>
  <PresentationFormat>Широкоэкранный</PresentationFormat>
  <Paragraphs>42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Презентация по лабораторной работе №5</vt:lpstr>
      <vt:lpstr>Содержание</vt:lpstr>
      <vt:lpstr>Информация</vt:lpstr>
      <vt:lpstr>Ход работы</vt:lpstr>
      <vt:lpstr>2. Установка и настройка менеджера паролей pass</vt:lpstr>
      <vt:lpstr>Работа с GPG-ключами</vt:lpstr>
      <vt:lpstr>Установка и настройка chezmoi</vt:lpstr>
      <vt:lpstr>Установил необходимые пакеты: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Мухаммад Набиев</dc:creator>
  <cp:lastModifiedBy>Мухаммад Набиев</cp:lastModifiedBy>
  <cp:revision>3</cp:revision>
  <dcterms:created xsi:type="dcterms:W3CDTF">2026-03-12T21:51:49Z</dcterms:created>
  <dcterms:modified xsi:type="dcterms:W3CDTF">2026-03-12T22:16:15Z</dcterms:modified>
</cp:coreProperties>
</file>